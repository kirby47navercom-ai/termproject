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68" r:id="rId1"/>
  </p:sldMasterIdLst>
  <p:notesMasterIdLst>
    <p:notesMasterId r:id="rId2"/>
  </p:notesMasterIdLst>
  <p:sldIdLst>
    <p:sldId id="256" r:id="rId3"/>
    <p:sldId id="257" r:id="rId4"/>
    <p:sldId id="258" r:id="rId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705" autoAdjust="0"/>
  </p:normalViewPr>
  <p:slideViewPr>
    <p:cSldViewPr>
      <p:cViewPr>
        <p:scale>
          <a:sx n="70" d="100"/>
          <a:sy n="70" d="100"/>
        </p:scale>
        <p:origin x="-1092" y="-90"/>
      </p:cViewPr>
      <p:guideLst>
        <p:guide orient="horz" pos="3239"/>
        <p:guide pos="575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presProps" Target="presProps.xml"  /><Relationship Id="rId7" Type="http://schemas.openxmlformats.org/officeDocument/2006/relationships/viewProps" Target="viewProps.xml"  /><Relationship Id="rId8" Type="http://schemas.openxmlformats.org/officeDocument/2006/relationships/theme" Target="theme/theme1.xml"  /><Relationship Id="rId9" Type="http://schemas.openxmlformats.org/officeDocument/2006/relationships/tableStyles" Target="tableStyles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2025-11-10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>
            <a:off x="0" y="0"/>
            <a:ext cx="2147483647" cy="2147483647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0"/>
            <a:ext cx="18300700" cy="10325100"/>
          </a:xfrm>
          <a:prstGeom prst="rect">
            <a:avLst/>
          </a:prstGeom>
        </p:spPr>
      </p:pic>
      <p:sp>
        <p:nvSpPr>
          <p:cNvPr id="4" name="가로 글상자 3"/>
          <p:cNvSpPr txBox="1"/>
          <p:nvPr/>
        </p:nvSpPr>
        <p:spPr>
          <a:xfrm>
            <a:off x="9296400" y="8155303"/>
            <a:ext cx="2971800" cy="9505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5700">
                <a:solidFill>
                  <a:schemeClr val="lt1"/>
                </a:solidFill>
              </a:rPr>
              <a:t>2</a:t>
            </a:r>
            <a:r>
              <a:rPr lang="ko-KR" altLang="en-US" sz="5700">
                <a:solidFill>
                  <a:schemeClr val="lt1"/>
                </a:solidFill>
              </a:rPr>
              <a:t>차 발표</a:t>
            </a:r>
            <a:endParaRPr lang="ko-KR" altLang="en-US" sz="57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"/>
            <a:ext cx="18288000" cy="1028699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667000" y="3238500"/>
            <a:ext cx="12268200" cy="4267200"/>
          </a:xfrm>
          <a:prstGeom prst="rect">
            <a:avLst/>
          </a:prstGeom>
          <a:solidFill>
            <a:srgbClr val="1a191d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3962399" y="329565"/>
            <a:ext cx="10363200" cy="100393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6000" b="1">
                <a:solidFill>
                  <a:schemeClr val="lt1"/>
                </a:solidFill>
              </a:rPr>
              <a:t>개발 계획 대비 현재 진행 상황</a:t>
            </a:r>
            <a:endParaRPr lang="en-US" altLang="ko-KR" sz="6000" b="1">
              <a:solidFill>
                <a:schemeClr val="lt1"/>
              </a:solidFill>
            </a:endParaRPr>
          </a:p>
        </p:txBody>
      </p:sp>
      <p:graphicFrame>
        <p:nvGraphicFramePr>
          <p:cNvPr id="6" name="내용 개체 틀 5"/>
          <p:cNvGraphicFramePr>
            <a:graphicFrameLocks noGrp="1"/>
          </p:cNvGraphicFramePr>
          <p:nvPr/>
        </p:nvGraphicFramePr>
        <p:xfrm>
          <a:off x="381000" y="1333500"/>
          <a:ext cx="17604104" cy="8884921"/>
        </p:xfrm>
        <a:graphic>
          <a:graphicData uri="http://schemas.openxmlformats.org/drawingml/2006/table">
            <a:tbl>
              <a:tblPr firstRow="1" bandRow="1"/>
              <a:tblGrid>
                <a:gridCol w="2286000"/>
                <a:gridCol w="11736704"/>
                <a:gridCol w="3581400"/>
              </a:tblGrid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1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게임에 필요한 리소스 수집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80%</a:t>
                      </a: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ui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를 제외한 리소스는 거의 다 찾음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2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게임 프레임 워크 그리고 리소스가 제대로 작동하는 지 확인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80%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게임 프레임 워크와 있는 리소스들이 작동되는지 확인을 다 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3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본격적인 코드 짜기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100%</a:t>
                      </a: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+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그림이 무슨 그림인지 알아내는 알고리즘 개발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(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이게 적용이 먼저 되야 스테이지 만들기가 가능하기 때문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)</a:t>
                      </a: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4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배경과 맵을 구현 그리고 캐릭터 스프라이트 적용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90%</a:t>
                      </a: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+5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 거의 개발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(4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 내용을 하면 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5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 내용 거의 만들기 가능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)</a:t>
                      </a: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31265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5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캐릭터의 조작 개발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,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 스테이지 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1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 개발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31265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6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그림이 무슨 그림인지 알아내는 알고리즘 개발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,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 스테이지 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2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 개발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-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그림이 무슨 그림인지 알아내는 알고리즘 개발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(3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 때 만듬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)</a:t>
                      </a:r>
                      <a:endParaRPr lang="en-US" altLang="ko-KR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7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스테이지 </a:t>
                      </a: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3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 개발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/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8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UI/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디버깅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29008"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en-US" altLang="ko-KR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9</a:t>
                      </a: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주차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r>
                        <a:rPr lang="ko-KR" altLang="en-US" sz="2500" b="1">
                          <a:solidFill>
                            <a:schemeClr val="bg1"/>
                          </a:solidFill>
                          <a:latin typeface="맑은 고딕"/>
                          <a:cs typeface="둥근모꼴"/>
                        </a:rPr>
                        <a:t>최종 검사</a:t>
                      </a: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  <a:tc rowSpan="2"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</a:tr>
              <a:tr h="429008"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lIns="91440" tIns="45720" rIns="91440" bIns="45720" anchor="t" anchorCtr="0"/>
                    <a:p>
                      <a:pPr lvl="0" algn="ctr" latinLnBrk="1">
                        <a:defRPr/>
                      </a:pPr>
                      <a:endParaRPr lang="ko-KR" altLang="en-US" sz="2500" b="1">
                        <a:solidFill>
                          <a:schemeClr val="bg1"/>
                        </a:solidFill>
                        <a:latin typeface="맑은 고딕"/>
                        <a:cs typeface="둥근모꼴"/>
                      </a:endParaRPr>
                    </a:p>
                  </a:txBody>
                  <a:tcPr marL="91440" marR="9144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</a:tcPr>
                </a:tc>
                <a:tc vMerge="1">
                  <a:txBody>
                    <a:bodyPr wrap="square">
                      <a:spAutoFit/>
                    </a:bodyPr>
                    <a:p>
                      <a:pPr lvl="0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2147483648" cy="2147483648"/>
            <a:chOff x="0" y="0"/>
            <a:chExt cx="914400" cy="914400"/>
          </a:xfrm>
        </p:grpSpPr>
      </p:grpSp>
      <p:pic>
        <p:nvPicPr>
          <p:cNvPr id="4" name="그림 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"/>
            <a:ext cx="18288000" cy="10286998"/>
          </a:xfrm>
          <a:prstGeom prst="rect">
            <a:avLst/>
          </a:prstGeom>
        </p:spPr>
      </p:pic>
      <p:sp>
        <p:nvSpPr>
          <p:cNvPr id="5" name="가로 글상자 3"/>
          <p:cNvSpPr txBox="1"/>
          <p:nvPr/>
        </p:nvSpPr>
        <p:spPr>
          <a:xfrm>
            <a:off x="3962399" y="329565"/>
            <a:ext cx="10363200" cy="1003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6000" b="1">
                <a:solidFill>
                  <a:schemeClr val="lt1"/>
                </a:solidFill>
              </a:rPr>
              <a:t>Github</a:t>
            </a:r>
            <a:r>
              <a:rPr lang="ko-KR" altLang="en-US" sz="6000" b="1">
                <a:solidFill>
                  <a:schemeClr val="lt1"/>
                </a:solidFill>
              </a:rPr>
              <a:t> </a:t>
            </a:r>
            <a:r>
              <a:rPr lang="en-US" altLang="ko-KR" sz="6000" b="1">
                <a:solidFill>
                  <a:schemeClr val="lt1"/>
                </a:solidFill>
              </a:rPr>
              <a:t>commits</a:t>
            </a:r>
            <a:endParaRPr lang="en-US" altLang="ko-KR" sz="6000" b="1">
              <a:solidFill>
                <a:schemeClr val="lt1"/>
              </a:solidFill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2667000" y="3238500"/>
            <a:ext cx="12268200" cy="4267200"/>
          </a:xfrm>
          <a:prstGeom prst="rect">
            <a:avLst/>
          </a:prstGeom>
          <a:solidFill>
            <a:srgbClr val="1a191d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8875" y="1980247"/>
            <a:ext cx="11984123" cy="6820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43</ep:Words>
  <ep:PresentationFormat>On-screen Show (4:3)</ep:PresentationFormat>
  <ep:Paragraphs>4</ep:Paragraphs>
  <ep:Slides>3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ep:HeadingPairs>
  <ep:TitlesOfParts>
    <vt:vector size="4" baseType="lpstr">
      <vt:lpstr>Office Theme</vt:lpstr>
      <vt:lpstr>슬라이드 1</vt:lpstr>
      <vt:lpstr>슬라이드 2</vt:lpstr>
      <vt:lpstr>슬라이드 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ASUS</cp:lastModifiedBy>
  <dcterms:modified xsi:type="dcterms:W3CDTF">2025-11-10T07:12:13.383</dcterms:modified>
  <cp:revision>26</cp:revision>
  <cp:version>1000.0000.01</cp:version>
</cp:coreProperties>
</file>